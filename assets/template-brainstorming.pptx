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4" r:id="rId2"/>
    <p:sldId id="265" r:id="rId3"/>
    <p:sldId id="266" r:id="rId4"/>
    <p:sldId id="267" r:id="rId5"/>
    <p:sldId id="268" r:id="rId6"/>
    <p:sldId id="269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29E51C-6644-814C-B869-23A88CB51CA4}" type="datetimeFigureOut">
              <a:rPr lang="fr-FR" smtClean="0"/>
              <a:t>02/06/2026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85701F-97E8-7E46-B224-DBEB71A3B0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4703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07BC03-CA06-A914-295B-BEEB81FBF2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670686A-0FC5-1E2D-2F55-63823DA8C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A3157CB-7D4F-7B13-2EF6-E4862B3DB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32B8-26B7-FE4C-A54E-40F3368AD469}" type="datetimeFigureOut">
              <a:rPr lang="fr-FR" smtClean="0"/>
              <a:t>02/06/2026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7022D31-3423-4E8D-6324-20F7B6990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8C504D0-E4D3-9EA5-F8B6-A4C0A3603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45F43-D063-F14C-91FF-E517811B7A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2315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A23832-00D5-15C7-0841-A18AEC535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464502-93FF-42BC-7DA6-C19B0DE44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69F04F-DA4F-E57B-0316-69559C370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32B8-26B7-FE4C-A54E-40F3368AD469}" type="datetimeFigureOut">
              <a:rPr lang="fr-FR" smtClean="0"/>
              <a:t>02/06/2026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3BF6F7E-AF88-CF6C-DCB4-046A366F3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3E215B-A9B8-4D03-BE36-D957FDBB9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45F43-D063-F14C-91FF-E517811B7A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4176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2CEBBF-E9C2-2FCD-1A14-02FD0E671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98ECC8A-7C9C-87EB-B8E0-E8EE3AFBF2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CAE4F9-E3E3-A82C-E41D-146749F1D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32B8-26B7-FE4C-A54E-40F3368AD469}" type="datetimeFigureOut">
              <a:rPr lang="fr-FR" smtClean="0"/>
              <a:t>02/06/2026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1F3A567-9F7C-6161-C5D2-8707AF96E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17B82B9-6CB5-22BF-5F32-6B29A1E24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45F43-D063-F14C-91FF-E517811B7A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6855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C6A742-CC5A-8E2A-D41E-937489581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8FD296-82C5-BB26-7A8C-77FF0447E6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5E25FC0-1037-5622-B8EC-7F7C465058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19E9188-AFD1-B43B-394E-CF9708B2E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32B8-26B7-FE4C-A54E-40F3368AD469}" type="datetimeFigureOut">
              <a:rPr lang="fr-FR" smtClean="0"/>
              <a:t>02/06/2026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381E9B9-EF33-3D04-7C6C-E3B3EA7B3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BC86190-C428-A608-934C-70171A13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45F43-D063-F14C-91FF-E517811B7A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1902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4A6E01-367D-5158-9404-00FBC5AD3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C4CF203-ED96-484E-CDE5-DF89C333A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D47CB90-E9E4-C975-C507-2D3692F057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44B09E8-6D58-233F-640C-F3D266C981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341AEEF-7721-2EF3-6A07-2173456DB7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572936F-4277-B2E5-4461-A97BF8F0D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32B8-26B7-FE4C-A54E-40F3368AD469}" type="datetimeFigureOut">
              <a:rPr lang="fr-FR" smtClean="0"/>
              <a:t>02/06/2026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1B6EA03-E8C2-0665-A6AA-12DC53FA8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37ED117-9DEF-2D94-A3A5-B28F113EC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45F43-D063-F14C-91FF-E517811B7A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9907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5AD7AA-D807-1286-699E-3FEAB552C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E4A2979-8BA3-3468-50DA-87B9C73D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32B8-26B7-FE4C-A54E-40F3368AD469}" type="datetimeFigureOut">
              <a:rPr lang="fr-FR" smtClean="0"/>
              <a:t>02/06/2026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B444431-F3A3-DA74-9019-1CEFEA80C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6769A8C-B158-4D6A-FC7E-2A5CD1202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45F43-D063-F14C-91FF-E517811B7A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6217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7D3EB7A-FA85-03CF-34EA-F0CCD7E2A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32B8-26B7-FE4C-A54E-40F3368AD469}" type="datetimeFigureOut">
              <a:rPr lang="fr-FR" smtClean="0"/>
              <a:t>02/06/2026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5457916-C371-23F3-55AE-57BC418BB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4F9BADD-74DE-670E-2BD1-64446B401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45F43-D063-F14C-91FF-E517811B7A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0550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1B3AB9-6FF9-7E47-28EB-690E6788C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FAE673-3413-6216-2242-52066E105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5BED47A-C1A0-DC66-FBAF-26A9875177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47911CC-2977-E979-48E1-33CD87731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32B8-26B7-FE4C-A54E-40F3368AD469}" type="datetimeFigureOut">
              <a:rPr lang="fr-FR" smtClean="0"/>
              <a:t>02/06/2026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AC68B30-26CF-6C4E-E5A7-492F40F60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0666C27-CEB8-F74D-86C9-D834B7F19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45F43-D063-F14C-91FF-E517811B7A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562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C12BBE-AAAD-7F7D-33E8-D548FCA86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920CCAF-4D81-6F6A-3AFA-92661A816A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FCEB3DC-629F-2FD2-ECBC-F9BDB8FB63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F3BDC8E-F155-B7A4-865E-FAD75135C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32B8-26B7-FE4C-A54E-40F3368AD469}" type="datetimeFigureOut">
              <a:rPr lang="fr-FR" smtClean="0"/>
              <a:t>02/06/2026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BD1F823-D587-1ABD-860D-514B8E75D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92B085B-876D-1B7D-2847-501C4D0F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45F43-D063-F14C-91FF-E517811B7A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0039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4FEDE5-7FDE-9700-F224-384FB4087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7AD84EC-251A-77AA-4A5B-CDB6E8F32A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F662BCB-E110-01E3-1D0F-03086B087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32B8-26B7-FE4C-A54E-40F3368AD469}" type="datetimeFigureOut">
              <a:rPr lang="fr-FR" smtClean="0"/>
              <a:t>02/06/2026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940C30-E68E-3F49-F56D-D40CAE52C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433B4E-971C-B92A-4FE2-5005079DB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45F43-D063-F14C-91FF-E517811B7A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6176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BE74FF0-1FDE-5EEB-75E8-8876A1B37E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6F7BF77-C25A-6F42-B8B9-E37DDCDED0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BE9B5CD-2EC3-294E-53C9-DED785252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32B8-26B7-FE4C-A54E-40F3368AD469}" type="datetimeFigureOut">
              <a:rPr lang="fr-FR" smtClean="0"/>
              <a:t>02/06/2026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0ED7C6D-62C8-DD96-3C3A-DE1E98107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B76FC27-E9DD-6730-9252-3AFCEC305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45F43-D063-F14C-91FF-E517811B7A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30821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9945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E9409BF-962C-D4CD-0E8C-7A3A6E028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7195E1-AB6B-7A30-B84E-458222320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3EF130A-AF87-D1C7-BC16-42CB9D36C9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5832B8-26B7-FE4C-A54E-40F3368AD469}" type="datetimeFigureOut">
              <a:rPr lang="fr-FR" smtClean="0"/>
              <a:t>02/06/2026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DD0574B-0DBE-7939-E270-31297D4F82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ECB7953-3639-BA13-8004-65403F33B4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A45F43-D063-F14C-91FF-E517811B7A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593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2001A"/>
          </a:solidFill>
          <a:ln w="12700">
            <a:solidFill>
              <a:srgbClr val="E2001A"/>
            </a:solidFill>
            <a:prstDash val="solid"/>
          </a:ln>
        </p:spPr>
        <p:txBody>
          <a:bodyPr/>
          <a:lstStyle/>
          <a:p>
            <a:endParaRPr lang="fr-F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</a:t>
            </a: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livrable</a:t>
            </a:r>
            <a:endParaRPr lang="en-US" sz="4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remplir par chaque groupe</a:t>
            </a:r>
            <a:endParaRPr lang="en-US" sz="2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4114800"/>
            <a:ext cx="1097280" cy="54864"/>
          </a:xfrm>
          <a:prstGeom prst="rect">
            <a:avLst/>
          </a:prstGeom>
          <a:solidFill>
            <a:srgbClr val="E2001A"/>
          </a:solidFill>
          <a:ln w="12700">
            <a:solidFill>
              <a:srgbClr val="E2001A"/>
            </a:solidFill>
            <a:prstDash val="solid"/>
          </a:ln>
        </p:spPr>
        <p:txBody>
          <a:bodyPr/>
          <a:lstStyle/>
          <a:p>
            <a:endParaRPr lang="fr-FR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slides suivantes constituent la trame à dupliquer pour chacun des 6 groupes. Elles sont à projeter ou imprimer et à compléter pendant la phase 4 (« Formaliser »).</a:t>
            </a: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E2001A"/>
          </a:solidFill>
          <a:ln w="12700">
            <a:solidFill>
              <a:srgbClr val="E20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LIVRABLE · 1/4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Identité du groupe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 DE GROUPE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3200400" cy="640080"/>
          </a:xfrm>
          <a:prstGeom prst="rect">
            <a:avLst/>
          </a:prstGeom>
          <a:solidFill>
            <a:srgbClr val="FFF7F1"/>
          </a:solidFill>
          <a:ln w="19050">
            <a:solidFill>
              <a:srgbClr val="E20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99339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_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0" y="1691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TRAITÉE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0" y="1965960"/>
            <a:ext cx="7589520" cy="640080"/>
          </a:xfrm>
          <a:prstGeom prst="rect">
            <a:avLst/>
          </a:prstGeom>
          <a:solidFill>
            <a:srgbClr val="FFF7F1"/>
          </a:solidFill>
          <a:ln w="19050">
            <a:solidFill>
              <a:srgbClr val="E20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251960" y="199339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Q1 — Fidélité          ☐ Q2 — Génération Z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788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D'ATTAQUE DU GROUPE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11247120" cy="822960"/>
          </a:xfrm>
          <a:prstGeom prst="rect">
            <a:avLst/>
          </a:prstGeom>
          <a:solidFill>
            <a:srgbClr val="FFF7F1"/>
          </a:solidFill>
          <a:ln w="19050">
            <a:solidFill>
              <a:srgbClr val="E20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94360" y="3108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une phrase : sous quel angle abordez-vous la question 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069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MEMBRES &amp; RÔLES (10 PARTICIPANTS)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343400"/>
            <a:ext cx="2743200" cy="914400"/>
          </a:xfrm>
          <a:prstGeom prst="rect">
            <a:avLst/>
          </a:prstGeom>
          <a:solidFill>
            <a:srgbClr val="FFF7F1"/>
          </a:solidFill>
          <a:ln w="12700">
            <a:solidFill>
              <a:srgbClr val="E6E6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57200" y="4343400"/>
            <a:ext cx="73152" cy="914400"/>
          </a:xfrm>
          <a:prstGeom prst="rect">
            <a:avLst/>
          </a:prstGeom>
          <a:solidFill>
            <a:srgbClr val="E2001A"/>
          </a:solidFill>
          <a:ln w="12700">
            <a:solidFill>
              <a:srgbClr val="E20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40080" y="4389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Animateur·trice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6634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 de la méthode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4937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3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: __________________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19272" y="4343400"/>
            <a:ext cx="2743200" cy="914400"/>
          </a:xfrm>
          <a:prstGeom prst="rect">
            <a:avLst/>
          </a:prstGeom>
          <a:solidFill>
            <a:srgbClr val="FFF7F1"/>
          </a:solidFill>
          <a:ln w="12700">
            <a:solidFill>
              <a:srgbClr val="E6E6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319272" y="4343400"/>
            <a:ext cx="73152" cy="914400"/>
          </a:xfrm>
          <a:prstGeom prst="rect">
            <a:avLst/>
          </a:prstGeom>
          <a:solidFill>
            <a:srgbClr val="E2001A"/>
          </a:solidFill>
          <a:ln w="12700">
            <a:solidFill>
              <a:srgbClr val="E20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502152" y="4389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02152" y="46634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 et restitue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502152" y="4937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3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: __________________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81344" y="4343400"/>
            <a:ext cx="2743200" cy="914400"/>
          </a:xfrm>
          <a:prstGeom prst="rect">
            <a:avLst/>
          </a:prstGeom>
          <a:solidFill>
            <a:srgbClr val="FFF7F1"/>
          </a:solidFill>
          <a:ln w="12700">
            <a:solidFill>
              <a:srgbClr val="E6E6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6181344" y="4343400"/>
            <a:ext cx="73152" cy="914400"/>
          </a:xfrm>
          <a:prstGeom prst="rect">
            <a:avLst/>
          </a:prstGeom>
          <a:solidFill>
            <a:srgbClr val="E2001A"/>
          </a:solidFill>
          <a:ln w="12700">
            <a:solidFill>
              <a:srgbClr val="E20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6364224" y="4389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Gardien du temps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64224" y="46634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Tient les phases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64224" y="4937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3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: __________________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043416" y="4343400"/>
            <a:ext cx="2743200" cy="914400"/>
          </a:xfrm>
          <a:prstGeom prst="rect">
            <a:avLst/>
          </a:prstGeom>
          <a:solidFill>
            <a:srgbClr val="FFF7F1"/>
          </a:solidFill>
          <a:ln w="12700">
            <a:solidFill>
              <a:srgbClr val="E6E6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9043416" y="4343400"/>
            <a:ext cx="73152" cy="914400"/>
          </a:xfrm>
          <a:prstGeom prst="rect">
            <a:avLst/>
          </a:prstGeom>
          <a:solidFill>
            <a:srgbClr val="E2001A"/>
          </a:solidFill>
          <a:ln w="12700">
            <a:solidFill>
              <a:srgbClr val="E20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9226296" y="4389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Porte-parole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226296" y="46634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Pitche en plénière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226296" y="4937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3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: __________________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5440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 MEMBRES (6 PARTICIPANTS)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5715000"/>
            <a:ext cx="11247120" cy="640080"/>
          </a:xfrm>
          <a:prstGeom prst="rect">
            <a:avLst/>
          </a:prstGeom>
          <a:solidFill>
            <a:srgbClr val="FFF7F1"/>
          </a:solidFill>
          <a:ln w="12700">
            <a:solidFill>
              <a:srgbClr val="E6E6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594360" y="573328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   ___________________   ___________________   ___________________   ___________________   ___________________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Brainstorming · BUT France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E2001A"/>
          </a:solidFill>
          <a:ln w="12700">
            <a:solidFill>
              <a:srgbClr val="E20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LIVRABLE · 2/4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constats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F3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l'issue des phases 1 et 2 (diverger + cartographier), notez les 3 constats les plus marquants qui ont émergé du groupe.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777240" cy="777240"/>
          </a:xfrm>
          <a:prstGeom prst="ellipse">
            <a:avLst/>
          </a:prstGeom>
          <a:solidFill>
            <a:srgbClr val="E2001A"/>
          </a:solidFill>
          <a:ln w="12700">
            <a:solidFill>
              <a:srgbClr val="E20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417320" y="2011680"/>
            <a:ext cx="10287000" cy="1280160"/>
          </a:xfrm>
          <a:prstGeom prst="rect">
            <a:avLst/>
          </a:prstGeom>
          <a:solidFill>
            <a:srgbClr val="FFF7F1"/>
          </a:solidFill>
          <a:ln w="19050">
            <a:solidFill>
              <a:srgbClr val="E20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554480" y="21031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N°1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54480" y="24231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Formulez le constat en 1 ou 2 phrases : qu'avez-vous observé / appris ? 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777240" cy="777240"/>
          </a:xfrm>
          <a:prstGeom prst="ellipse">
            <a:avLst/>
          </a:prstGeom>
          <a:solidFill>
            <a:srgbClr val="E2001A"/>
          </a:solidFill>
          <a:ln w="12700">
            <a:solidFill>
              <a:srgbClr val="E20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57200" y="361188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1417320" y="3474720"/>
            <a:ext cx="10287000" cy="1280160"/>
          </a:xfrm>
          <a:prstGeom prst="rect">
            <a:avLst/>
          </a:prstGeom>
          <a:solidFill>
            <a:srgbClr val="FFF7F1"/>
          </a:solidFill>
          <a:ln w="19050">
            <a:solidFill>
              <a:srgbClr val="E20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1554480" y="3566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N°2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54480" y="38862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Formulez le constat en 1 ou 2 phrases : qu'avez-vous observé / appris ? 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5029200"/>
            <a:ext cx="777240" cy="777240"/>
          </a:xfrm>
          <a:prstGeom prst="ellipse">
            <a:avLst/>
          </a:prstGeom>
          <a:solidFill>
            <a:srgbClr val="E2001A"/>
          </a:solidFill>
          <a:ln w="12700">
            <a:solidFill>
              <a:srgbClr val="E20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57200" y="507492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1417320" y="4937760"/>
            <a:ext cx="10287000" cy="1280160"/>
          </a:xfrm>
          <a:prstGeom prst="rect">
            <a:avLst/>
          </a:prstGeom>
          <a:solidFill>
            <a:srgbClr val="FFF7F1"/>
          </a:solidFill>
          <a:ln w="19050">
            <a:solidFill>
              <a:srgbClr val="E20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1554480" y="5029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N°3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55448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Formulez le constat en 1 ou 2 phrases : qu'avez-vous observé / appris ? ]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Brainstorming · BUT France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E2001A"/>
          </a:solidFill>
          <a:ln w="12700">
            <a:solidFill>
              <a:srgbClr val="E20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LIVRABLE · 3/4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idées priorisées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F3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l'issue de la phase 3 (converger), retenez les 3 idées-forces du groupe. Pour chacune : un nom, un pitch et son potentiel d'impact.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3657600" cy="548640"/>
          </a:xfrm>
          <a:prstGeom prst="rect">
            <a:avLst/>
          </a:prstGeom>
          <a:solidFill>
            <a:srgbClr val="E2001A"/>
          </a:solidFill>
          <a:ln w="12700">
            <a:solidFill>
              <a:srgbClr val="E20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IDÉE N°1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DE L'IDÉE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2926080"/>
            <a:ext cx="3291840" cy="411480"/>
          </a:xfrm>
          <a:prstGeom prst="rect">
            <a:avLst/>
          </a:prstGeom>
          <a:solidFill>
            <a:srgbClr val="FFF7F1"/>
          </a:solidFill>
          <a:ln w="9525">
            <a:solidFill>
              <a:srgbClr val="E6E6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731520" y="29443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4290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EN 1 PHRASE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3291840" cy="868680"/>
          </a:xfrm>
          <a:prstGeom prst="rect">
            <a:avLst/>
          </a:prstGeom>
          <a:solidFill>
            <a:srgbClr val="FFF7F1"/>
          </a:solidFill>
          <a:ln w="9525">
            <a:solidFill>
              <a:srgbClr val="E6E6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731520" y="37033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« Et si … » 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6177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ÇA MARCHE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4846320"/>
            <a:ext cx="3291840" cy="777240"/>
          </a:xfrm>
          <a:prstGeom prst="rect">
            <a:avLst/>
          </a:prstGeom>
          <a:solidFill>
            <a:srgbClr val="FFF7F1"/>
          </a:solidFill>
          <a:ln w="9525">
            <a:solidFill>
              <a:srgbClr val="E6E6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731520" y="48920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Bénéfice client + bénéfice BUT ]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57150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59253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○ ○ ○ ○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286000" y="57150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FAISABILITÉ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286000" y="59253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○ ○ ○ ○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251960" y="201168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4251960" y="2011680"/>
            <a:ext cx="3657600" cy="54864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480560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IDÉE N°2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434840" y="2697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DE L'IDÉE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434840" y="2926080"/>
            <a:ext cx="3291840" cy="411480"/>
          </a:xfrm>
          <a:prstGeom prst="rect">
            <a:avLst/>
          </a:prstGeom>
          <a:solidFill>
            <a:srgbClr val="FFF7F1"/>
          </a:solidFill>
          <a:ln w="9525">
            <a:solidFill>
              <a:srgbClr val="E6E6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526280" y="29443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434840" y="34290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EN 1 PHRASE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434840" y="3657600"/>
            <a:ext cx="3291840" cy="868680"/>
          </a:xfrm>
          <a:prstGeom prst="rect">
            <a:avLst/>
          </a:prstGeom>
          <a:solidFill>
            <a:srgbClr val="FFF7F1"/>
          </a:solidFill>
          <a:ln w="9525">
            <a:solidFill>
              <a:srgbClr val="E6E6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526280" y="37033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« Et si … » ]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434840" y="46177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ÇA MARCHE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34840" y="4846320"/>
            <a:ext cx="3291840" cy="777240"/>
          </a:xfrm>
          <a:prstGeom prst="rect">
            <a:avLst/>
          </a:prstGeom>
          <a:solidFill>
            <a:srgbClr val="FFF7F1"/>
          </a:solidFill>
          <a:ln w="9525">
            <a:solidFill>
              <a:srgbClr val="E6E6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526280" y="48920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Bénéfice client + bénéfice BUT ]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434840" y="57150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434840" y="59253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○ ○ ○ ○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080760" y="57150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FAISABILITÉ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080760" y="59253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○ ○ ○ ○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046720" y="201168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8046720" y="2011680"/>
            <a:ext cx="3657600" cy="54864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8275320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IDÉE N°3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229600" y="2697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DE L'IDÉE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229600" y="2926080"/>
            <a:ext cx="3291840" cy="411480"/>
          </a:xfrm>
          <a:prstGeom prst="rect">
            <a:avLst/>
          </a:prstGeom>
          <a:solidFill>
            <a:srgbClr val="FFF7F1"/>
          </a:solidFill>
          <a:ln w="9525">
            <a:solidFill>
              <a:srgbClr val="E6E6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8321040" y="29443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229600" y="34290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EN 1 PHRASE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229600" y="3657600"/>
            <a:ext cx="3291840" cy="868680"/>
          </a:xfrm>
          <a:prstGeom prst="rect">
            <a:avLst/>
          </a:prstGeom>
          <a:solidFill>
            <a:srgbClr val="FFF7F1"/>
          </a:solidFill>
          <a:ln w="9525">
            <a:solidFill>
              <a:srgbClr val="E6E6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8321040" y="37033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« Et si … » ]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229600" y="46177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ÇA MARCHE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229600" y="4846320"/>
            <a:ext cx="3291840" cy="777240"/>
          </a:xfrm>
          <a:prstGeom prst="rect">
            <a:avLst/>
          </a:prstGeom>
          <a:solidFill>
            <a:srgbClr val="FFF7F1"/>
          </a:solidFill>
          <a:ln w="9525">
            <a:solidFill>
              <a:srgbClr val="E6E6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8321040" y="48920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Bénéfice client + bénéfice BUT ]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229600" y="57150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229600" y="59253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○ ○ ○ ○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9875520" y="57150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FAISABILITÉ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9875520" y="59253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○ ○ ○ ○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45720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Notez de 1 à 5 ronds noircis (●●●○○ = 3/5)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Brainstorming · BUT France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E2001A"/>
          </a:solidFill>
          <a:ln w="12700">
            <a:solidFill>
              <a:srgbClr val="E20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LIVRABLE · 4/4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d'action &amp; punchline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F3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l'idée que vous voulez mettre en avant lors de la restitution, projetez les premiers pas concrets et trouvez votre phrase choc.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457200" y="2011680"/>
          <a:ext cx="11247120" cy="31089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Horizon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Quoi (premier pas)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Qui (équipe pilote)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Indicateur de succès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2001A"/>
                          </a:solidFill>
                        </a:rPr>
                        <a:t>Court terme</a:t>
                      </a:r>
                      <a:endParaRPr lang="en-US" sz="1100" dirty="0"/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2001A"/>
                          </a:solidFill>
                        </a:rPr>
                        <a:t>0 — 3 mois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2001A"/>
                          </a:solidFill>
                        </a:rPr>
                        <a:t>Moyen terme</a:t>
                      </a:r>
                      <a:endParaRPr lang="en-US" sz="1100" dirty="0"/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2001A"/>
                          </a:solidFill>
                        </a:rPr>
                        <a:t>3 — 12 mois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2001A"/>
                          </a:solidFill>
                        </a:rPr>
                        <a:t>Long terme</a:t>
                      </a:r>
                      <a:endParaRPr lang="en-US" sz="1100" dirty="0"/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2001A"/>
                          </a:solidFill>
                        </a:rPr>
                        <a:t>12 mois +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349240"/>
            <a:ext cx="11247120" cy="114300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457200" y="5349240"/>
            <a:ext cx="109728" cy="114300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777240" y="5440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PUNCHLINE DE FIN DE PITCH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57607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_________________________________________________________________________ »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Brainstorming · BUT France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L'ANIMATEUR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Check-list logistique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640080" cy="45720"/>
          </a:xfrm>
          <a:prstGeom prst="rect">
            <a:avLst/>
          </a:prstGeom>
          <a:solidFill>
            <a:srgbClr val="E2001A"/>
          </a:solidFill>
          <a:ln w="12700">
            <a:solidFill>
              <a:srgbClr val="E20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703320" cy="4434840"/>
          </a:xfrm>
          <a:prstGeom prst="rect">
            <a:avLst/>
          </a:prstGeom>
          <a:solidFill>
            <a:srgbClr val="FFF7F1"/>
          </a:solidFill>
          <a:ln w="9525">
            <a:solidFill>
              <a:srgbClr val="E6E6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703320" cy="502920"/>
          </a:xfrm>
          <a:prstGeom prst="rect">
            <a:avLst/>
          </a:prstGeom>
          <a:solidFill>
            <a:srgbClr val="E2001A"/>
          </a:solidFill>
          <a:ln w="12700">
            <a:solidFill>
              <a:srgbClr val="E20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31546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2F3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Imprimer 6 jeux du template livrable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2F3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Préparer 6 paquets de post-its + 6 jeux de feutres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2F3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Coller 6 paperboards / surfaces murales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2F3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Préparer les gommettes pour le dot voting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2F3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le timer / chrono projeté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3703320" cy="4434840"/>
          </a:xfrm>
          <a:prstGeom prst="rect">
            <a:avLst/>
          </a:prstGeom>
          <a:solidFill>
            <a:srgbClr val="FFF7F1"/>
          </a:solidFill>
          <a:ln w="9525">
            <a:solidFill>
              <a:srgbClr val="E6E6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297680" y="1828800"/>
            <a:ext cx="3703320" cy="502920"/>
          </a:xfrm>
          <a:prstGeom prst="rect">
            <a:avLst/>
          </a:prstGeom>
          <a:solidFill>
            <a:srgbClr val="E2001A"/>
          </a:solidFill>
          <a:ln w="12700">
            <a:solidFill>
              <a:srgbClr val="E20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26280" y="19202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2514600"/>
            <a:ext cx="31546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2F3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chaque phase avec un signal sonore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2F3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 voir chaque groupe à mi-parcours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2F3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Recadrer si une voix monopolise la parole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2F3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Annoncer les T-5 min de fin de phase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2F3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Veiller à la qualité du clustering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1828800"/>
            <a:ext cx="3703320" cy="4434840"/>
          </a:xfrm>
          <a:prstGeom prst="rect">
            <a:avLst/>
          </a:prstGeom>
          <a:solidFill>
            <a:srgbClr val="FFF7F1"/>
          </a:solidFill>
          <a:ln w="9525">
            <a:solidFill>
              <a:srgbClr val="E6E6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703320" cy="502920"/>
          </a:xfrm>
          <a:prstGeom prst="rect">
            <a:avLst/>
          </a:prstGeom>
          <a:solidFill>
            <a:srgbClr val="E2001A"/>
          </a:solidFill>
          <a:ln w="12700">
            <a:solidFill>
              <a:srgbClr val="E200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8366760" y="19202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12480" y="2514600"/>
            <a:ext cx="31546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2F3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Photographier les paperboards de chaque groupe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2F3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Récupérer les 6 templates remplis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2F3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Consolider la synthèse sous 48 h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2F3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Partager le compte-rendu aux participants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2F3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les pistes à instruire (sponsors)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Brainstorming · BUT France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630</Words>
  <Application>Microsoft Macintosh PowerPoint</Application>
  <PresentationFormat>Grand écran</PresentationFormat>
  <Paragraphs>136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Georgia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TARDY NICOLAS</dc:creator>
  <cp:lastModifiedBy>TARDY NICOLAS</cp:lastModifiedBy>
  <cp:revision>1</cp:revision>
  <dcterms:created xsi:type="dcterms:W3CDTF">2026-06-02T13:32:46Z</dcterms:created>
  <dcterms:modified xsi:type="dcterms:W3CDTF">2026-06-02T13:33:55Z</dcterms:modified>
</cp:coreProperties>
</file>